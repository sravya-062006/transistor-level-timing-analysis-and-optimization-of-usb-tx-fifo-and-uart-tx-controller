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72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8206A-8C49-EC0C-9FA3-886B32DC8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D0E77-A0E6-573A-0E38-544FAB7299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119F2-80CF-50B9-DE7E-7AE17050C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DAFE8-C0CF-2449-C743-D3A9E2335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19B0A-D7BD-C369-8030-71AEC259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379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88FC-15B6-B7A4-7BD3-0676F83AA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0090-5E9E-C60C-3364-A0A9DC120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F276B-4F29-B1E5-C4F9-6C3175748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2A881-DF7A-6562-9B3E-6A0D3DC14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66871-E053-E9F2-0EC9-6C4AE7E31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20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E7B0-136F-7100-B88F-1993B7D1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63A4F-97F8-7114-65E3-922FC3D35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ABB3F-A050-B660-D150-FF894BAF3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F7842-ED39-3AD7-919B-14E9225E8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9B108-3E8A-A152-5CA5-8B84663FF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6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E91C8-E7D1-3BDF-B49E-7277F770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3070-F975-2F92-F26C-C6F4F7170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CB602-2345-F8F5-8118-939D2D1CC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7B5B3D-0ABD-641E-72B5-1DC65C9A6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1D18F-F30C-CD87-83E5-7F135D0DD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D71E3-F17D-37E2-0A23-8AEEC1D5A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29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B8BD-0BDA-1414-8F42-D6CCCD9AB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80C2C-57C9-A706-FDDE-9A6EDD2D1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C522E-96B3-7205-AB62-330BD2C17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E2376-4D53-52CA-BCA6-81AF8A2DE8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13451-817C-F97A-DD32-F0D1D1F57E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90DA99-FD6C-8BF9-CE40-98098D629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7F8332-1269-B3FB-03EC-DDDF989E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C36385-9EFB-ECB1-1206-48E1A082D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294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7BF6F-3B39-3A82-9776-43BE0473D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8FFE9-7C53-9FF6-6B4D-4E452FEA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49580-DC10-F7EC-912A-6FCA7800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51EFD-4319-AC80-17F8-8DE86F9C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898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20813-FE5D-A089-A1C3-4B6146C3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48D35-BC5C-9367-D61E-72F86148A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1F7ED-2F0B-13FC-BCF1-8925A399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01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3E076-19FA-1A66-1BE5-436B1C2CE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AE26-0CB3-42E6-38CF-FB64CD802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82BB1-9A80-99B7-4C39-7B5B83EEC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B127C-5538-2D73-FDF4-9122659B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2E52E-8194-C7CD-2C18-F1BE6834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97EFF-888F-DAFF-B347-1624714F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2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E154-593D-9CB1-5B95-84E742580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C76D9E-FC67-188D-6757-2E559CCDFD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77E448-95B0-8C9B-7DAB-261661A88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33C3-7ADA-8880-A803-C2C6961F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411D2-9042-8F83-925B-7EA2C5CFF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79EBD-B1D1-0C46-52E9-53DBEE78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9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85F6-FC34-3326-5B3C-E6B1075B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2EB4B-5A1F-923F-FB0D-C1828A8B9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03B4D-B1C5-8076-E303-8C83511F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10D2A-9FB1-6E92-1D21-C94E23E65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CA300-9EE9-98D8-EFA1-60A0CA6A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570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19D1A4-219B-382A-7137-3ED76C4AA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FDCE6-329D-D47B-A165-24222F0CE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4B955-1C3D-FAA6-A852-B232CAEF9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69486-2B26-1A94-C6C5-3F7ED956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0BFFA-43C4-C09A-0B72-BB8298D84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00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7C8AB-FCCF-A613-D9C1-0947C076E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41668-5FB7-7246-3000-133EA9C2F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064B4-E840-6072-33D5-9DED52B88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E2527-B7E8-43B6-9AAC-C12511BD93E4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94E8F-5DE2-A7CA-F46C-DF576D28F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6DA38-CBD6-A703-A2B6-71E3C9CC01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2B7DA-3DA6-40C5-B2D2-0AE1C089E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264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6432-8E89-C59F-FFCF-1181E9D517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Transistor-Level Timing Analysis and Optimization of USB TX FIFO and UART TX Controller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29E901-7E43-409C-164F-3219E3897E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/>
              <a:t> BY GROUP-3</a:t>
            </a:r>
          </a:p>
          <a:p>
            <a:pPr algn="r"/>
            <a:r>
              <a:rPr lang="en-IN" dirty="0"/>
              <a:t>2310040032-M. Sravya</a:t>
            </a:r>
          </a:p>
          <a:p>
            <a:pPr algn="r"/>
            <a:r>
              <a:rPr lang="en-IN" dirty="0"/>
              <a:t>2310040077-T.Tejaswini</a:t>
            </a:r>
          </a:p>
        </p:txBody>
      </p:sp>
    </p:spTree>
    <p:extLst>
      <p:ext uri="{BB962C8B-B14F-4D97-AF65-F5344CB8AC3E}">
        <p14:creationId xmlns:p14="http://schemas.microsoft.com/office/powerpoint/2010/main" val="3663365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90F58-03CD-CB3E-6D14-B3AA2213F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747FE-1593-A400-5372-ED7D727E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20709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 design a transistor-level USB TX FIFO using CMOS D flip-flops.</a:t>
            </a:r>
          </a:p>
          <a:p>
            <a:r>
              <a:rPr lang="en-US" dirty="0"/>
              <a:t>To implement a UART TX controller using shift-register based architecture.</a:t>
            </a:r>
          </a:p>
          <a:p>
            <a:r>
              <a:rPr lang="en-US" dirty="0"/>
              <a:t>To perform transistor-level timing analysis including setup time, hold time, and clock-to-Q delay.</a:t>
            </a:r>
          </a:p>
          <a:p>
            <a:r>
              <a:rPr lang="en-US" dirty="0"/>
              <a:t>To identify critical timing paths between FIFO and UART TX stages.</a:t>
            </a:r>
          </a:p>
          <a:p>
            <a:r>
              <a:rPr lang="en-US" dirty="0"/>
              <a:t>To introduce timing violations and analyze their impact on data transmission.</a:t>
            </a:r>
          </a:p>
          <a:p>
            <a:r>
              <a:rPr lang="en-US" dirty="0"/>
              <a:t>To optimize the design using transistor sizing and buffering techniques.</a:t>
            </a:r>
          </a:p>
          <a:p>
            <a:r>
              <a:rPr lang="en-US" dirty="0"/>
              <a:t>To improve timing margins and ensure reliable transmit-side operation.</a:t>
            </a:r>
          </a:p>
          <a:p>
            <a:endParaRPr lang="en-IN" dirty="0"/>
          </a:p>
        </p:txBody>
      </p:sp>
      <p:pic>
        <p:nvPicPr>
          <p:cNvPr id="4098" name="Picture 2" descr="FT245BL USB FIFO Board Mini Module for Data Transfer">
            <a:extLst>
              <a:ext uri="{FF2B5EF4-FFF2-40B4-BE49-F238E27FC236}">
                <a16:creationId xmlns:a16="http://schemas.microsoft.com/office/drawing/2014/main" id="{8911F546-21E5-0910-81A8-D62FDD08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400" y="844550"/>
            <a:ext cx="2946400" cy="4752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724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D4788-124C-7AB2-17FE-9436B2F4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B944F22-BC7B-2D76-3353-4FF52692E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3035"/>
            <a:ext cx="991399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CMOS master–slave D flip-flops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 FIFO storage elements.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Construction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USB TX FIFO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cascaded register stages.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Itegration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write and read enable logic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FIFO operation.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Functional verification of FIFO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transient simulation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Extraction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setup time, hold time, clock-to-Q, and reg-to-reg delays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Timing optimization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resizing critical transistors and reducing load effects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8B5CAB-ED61-234A-57C4-D5E3A4DDB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81" y="3781359"/>
            <a:ext cx="9913997" cy="270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9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6179-397A-2AFA-BA05-75D8053D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C8022E9-B510-B270-8AAD-B9C52B859E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1258" y="1387330"/>
            <a:ext cx="551273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FIFO buffers are widely used in USB transmit paths to handle data rate mismatches and ensure continuous data 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Studies show that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timing violations in FIFO registers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can cause metastability and unreliable data transfer.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Setup time, hold time, and clock-to-Q delay are identified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critical timing parameters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FIFO-based designs.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Existing research mainly focuses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RTL-level FIFO design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while transistor-level timing analysis is limited.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Literature emphasizes the need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circuit-level timing optimization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improve FIFO reliability and performance.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D01CF-9484-CE7B-379B-EC4CD24A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27906"/>
            <a:ext cx="5841070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4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FC7F-9856-131F-A15C-383175778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Timing Optimization(Before and Expected Outcomes)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36B0A-DFEC-7D99-0EEF-D92BF9F8E1C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Timing Optimization &amp; Results</a:t>
            </a:r>
            <a:endParaRPr lang="en-IN" dirty="0"/>
          </a:p>
          <a:p>
            <a:r>
              <a:rPr lang="en-IN" b="1" dirty="0"/>
              <a:t>Setup Time</a:t>
            </a:r>
            <a:endParaRPr lang="en-IN" dirty="0"/>
          </a:p>
          <a:p>
            <a:pPr lvl="1"/>
            <a:r>
              <a:rPr lang="en-IN" dirty="0"/>
              <a:t>Before optimization: </a:t>
            </a:r>
            <a:r>
              <a:rPr lang="en-IN" b="1" dirty="0"/>
              <a:t>220 </a:t>
            </a:r>
            <a:r>
              <a:rPr lang="en-IN" b="1" dirty="0" err="1"/>
              <a:t>ps</a:t>
            </a:r>
            <a:endParaRPr lang="en-IN" dirty="0"/>
          </a:p>
          <a:p>
            <a:pPr lvl="1"/>
            <a:r>
              <a:rPr lang="en-IN" dirty="0"/>
              <a:t>After optimization: </a:t>
            </a:r>
            <a:r>
              <a:rPr lang="en-IN" b="1" dirty="0"/>
              <a:t>120 </a:t>
            </a:r>
            <a:r>
              <a:rPr lang="en-IN" b="1" dirty="0" err="1"/>
              <a:t>ps</a:t>
            </a:r>
            <a:endParaRPr lang="en-IN" dirty="0"/>
          </a:p>
          <a:p>
            <a:r>
              <a:rPr lang="en-IN" b="1" dirty="0"/>
              <a:t>Hold Time</a:t>
            </a:r>
            <a:endParaRPr lang="en-IN" dirty="0"/>
          </a:p>
          <a:p>
            <a:pPr lvl="1"/>
            <a:r>
              <a:rPr lang="en-IN" dirty="0"/>
              <a:t>Before optimization: </a:t>
            </a:r>
            <a:r>
              <a:rPr lang="en-IN" b="1" dirty="0"/>
              <a:t>15 </a:t>
            </a:r>
            <a:r>
              <a:rPr lang="en-IN" b="1" dirty="0" err="1"/>
              <a:t>ps</a:t>
            </a:r>
            <a:endParaRPr lang="en-IN" dirty="0"/>
          </a:p>
          <a:p>
            <a:pPr lvl="1"/>
            <a:r>
              <a:rPr lang="en-IN" dirty="0"/>
              <a:t>After optimization: </a:t>
            </a:r>
            <a:r>
              <a:rPr lang="en-IN" b="1" dirty="0"/>
              <a:t>35 </a:t>
            </a:r>
            <a:r>
              <a:rPr lang="en-IN" b="1" dirty="0" err="1"/>
              <a:t>ps</a:t>
            </a:r>
            <a:endParaRPr lang="en-IN" dirty="0"/>
          </a:p>
          <a:p>
            <a:r>
              <a:rPr lang="en-IN" b="1" dirty="0"/>
              <a:t>Clock-to-Q Delay</a:t>
            </a:r>
            <a:endParaRPr lang="en-IN" dirty="0"/>
          </a:p>
          <a:p>
            <a:pPr lvl="1"/>
            <a:r>
              <a:rPr lang="en-IN" dirty="0"/>
              <a:t>Before optimization: </a:t>
            </a:r>
            <a:r>
              <a:rPr lang="en-IN" b="1" dirty="0"/>
              <a:t>310 </a:t>
            </a:r>
            <a:r>
              <a:rPr lang="en-IN" b="1" dirty="0" err="1"/>
              <a:t>ps</a:t>
            </a:r>
            <a:endParaRPr lang="en-IN" dirty="0"/>
          </a:p>
          <a:p>
            <a:pPr lvl="1"/>
            <a:r>
              <a:rPr lang="en-IN" dirty="0"/>
              <a:t>After optimization: </a:t>
            </a:r>
            <a:r>
              <a:rPr lang="en-IN" b="1" dirty="0"/>
              <a:t>210 </a:t>
            </a:r>
            <a:r>
              <a:rPr lang="en-IN" b="1" dirty="0" err="1"/>
              <a:t>ps</a:t>
            </a:r>
            <a:endParaRPr lang="en-IN" dirty="0"/>
          </a:p>
          <a:p>
            <a:r>
              <a:rPr lang="en-IN" b="1" dirty="0"/>
              <a:t>Register-to-Register Delay</a:t>
            </a:r>
            <a:endParaRPr lang="en-IN" dirty="0"/>
          </a:p>
          <a:p>
            <a:pPr lvl="1"/>
            <a:r>
              <a:rPr lang="en-IN" dirty="0"/>
              <a:t>Before optimization: </a:t>
            </a:r>
            <a:r>
              <a:rPr lang="en-IN" b="1" dirty="0"/>
              <a:t>240 </a:t>
            </a:r>
            <a:r>
              <a:rPr lang="en-IN" b="1" dirty="0" err="1"/>
              <a:t>ps</a:t>
            </a:r>
            <a:endParaRPr lang="en-IN" dirty="0"/>
          </a:p>
          <a:p>
            <a:pPr lvl="1"/>
            <a:r>
              <a:rPr lang="en-IN" dirty="0"/>
              <a:t>After optimization: </a:t>
            </a:r>
            <a:r>
              <a:rPr lang="en-IN" b="1" dirty="0"/>
              <a:t>160 </a:t>
            </a:r>
            <a:r>
              <a:rPr lang="en-IN" b="1" dirty="0" err="1"/>
              <a:t>ps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B8EC8-F9BA-B3D6-C172-BC746C102B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Optimization Techniques Applied</a:t>
            </a:r>
            <a:endParaRPr lang="en-IN" dirty="0"/>
          </a:p>
          <a:p>
            <a:r>
              <a:rPr lang="en-IN" dirty="0"/>
              <a:t>Increased transistor widths in critical D flip-flop paths</a:t>
            </a:r>
          </a:p>
          <a:p>
            <a:r>
              <a:rPr lang="en-IN" dirty="0"/>
              <a:t>Reduced output load capacitance</a:t>
            </a:r>
          </a:p>
          <a:p>
            <a:r>
              <a:rPr lang="en-IN" dirty="0"/>
              <a:t>Inserted buffer at high-load FIFO nodes</a:t>
            </a:r>
          </a:p>
          <a:p>
            <a:r>
              <a:rPr lang="en-IN" b="1" dirty="0"/>
              <a:t>Result</a:t>
            </a:r>
            <a:endParaRPr lang="en-IN" dirty="0"/>
          </a:p>
          <a:p>
            <a:r>
              <a:rPr lang="en-IN" dirty="0"/>
              <a:t>Improved timing margins</a:t>
            </a:r>
          </a:p>
          <a:p>
            <a:r>
              <a:rPr lang="en-IN" dirty="0"/>
              <a:t>Stable and reliable USB TX FIFO operation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858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6649-C602-A98F-DC05-CC9849544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063EABA-E7F6-A6FB-721A-FA72B7BFB0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63656"/>
            <a:ext cx="446138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Successful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transistor-level implementation of USB TX FIFO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Cadence Virtuoso.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Accurate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measurement of timing parameters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such as setup time, hold time, and clock-to-Q delay.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Identification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critical timing paths within FIFO stages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Demonstration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timing violations and their correction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through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timing margins and reliable FIFO operation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USB transmit buffering.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3CAD48-0489-E76D-374A-A019F9A26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244" y="2252882"/>
            <a:ext cx="6744929" cy="294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39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417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Transistor-Level Timing Analysis and Optimization of USB TX FIFO and UART TX Controller </vt:lpstr>
      <vt:lpstr>OBJECTIVES</vt:lpstr>
      <vt:lpstr>METHODOLOGY</vt:lpstr>
      <vt:lpstr>LITERATURE SURVEY</vt:lpstr>
      <vt:lpstr>Timing Optimization(Before and Expected Outcomes)</vt:lpstr>
      <vt:lpstr>EXPECTED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Sravya Maddula</dc:creator>
  <cp:lastModifiedBy>Sravya Maddula</cp:lastModifiedBy>
  <cp:revision>3</cp:revision>
  <dcterms:created xsi:type="dcterms:W3CDTF">2026-01-29T14:16:17Z</dcterms:created>
  <dcterms:modified xsi:type="dcterms:W3CDTF">2026-01-30T14:54:33Z</dcterms:modified>
</cp:coreProperties>
</file>